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Corticosteroid Regimens for Sepsis and Septic Shock: A Systematic Review and Network Meta-Analysis of Randomized Controlled Trials</a:t>
            </a:r>
          </a:p>
          <a:p>
            <a:pPr>
              <a:spcBef>
                <a:spcPts val="1400"/>
              </a:spcBef>
              <a:defRPr sz="2000">
                <a:solidFill>
                  <a:srgbClr val="D97706"/>
                </a:solidFill>
                <a:latin typeface="Arial"/>
              </a:defRPr>
            </a:pPr>
            <a:r>
              <a:t>PRISMA 2020 Systematic Review &amp; Network Meta-Analysis</a:t>
            </a:r>
          </a:p>
          <a:p>
            <a:pPr>
              <a:spcBef>
                <a:spcPts val="2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Sci-NMA Autonomous Research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Clinical Background &amp; PICO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Septic shock remains a major ICU mortality driver (&gt; 30-40%).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Relative efficacy of corticosteroid regimens has been debated across landmark trials (ADRENAL, APROCCHSS).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Objective: Synthesize all randomized clinical trials using pairwise &amp; network meta-analysis.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PRISMA 2020 Study Flow &amp; Inclusion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Identified 1162 records across 4 core databases.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Included 29 randomized trials after multi-stage screening.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Strict flow conservation achieved with zero mathematical discrepancy (L ≡ 0).</a:t>
            </a:r>
          </a:p>
        </p:txBody>
      </p:sp>
      <p:pic>
        <p:nvPicPr>
          <p:cNvPr id="4" name="Picture 3" descr="Figure1_PRISMA_2020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5981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Primary Outcome: 28-Day Mortality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QA fixture summary for 29 randomized controlled trials; not a production synthesis (pooled OR 0.77, 95% CI [0.69, 0.87]).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Heterogeneity across trials: I² = 12.2%, τ² = 0.009.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Treatment ranking is not released from the bundled QA calculation.</a:t>
            </a:r>
          </a:p>
        </p:txBody>
      </p:sp>
      <p:pic>
        <p:nvPicPr>
          <p:cNvPr id="4" name="Picture 3" descr="Figure2_Forest_Plot_Mort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74930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Clinical Implications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QA fixture only; no clinical recommendation is released.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No treatment ranking or clinical recommendation is released from this QA fixture.</a:t>
            </a:r>
          </a:p>
          <a:p>
            <a:pPr>
              <a:spcBef>
                <a:spcPts val="1000"/>
              </a:spcBef>
              <a:defRPr sz="1600">
                <a:solidFill>
                  <a:srgbClr val="0F172A"/>
                </a:solidFill>
                <a:latin typeface="Arial"/>
              </a:defRPr>
            </a:pPr>
            <a:r>
              <a:t>•  All artifacts published in 6 open, reproducible, and verifiable formats.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